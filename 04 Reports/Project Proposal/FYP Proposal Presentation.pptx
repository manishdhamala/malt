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6"/>
  </p:notesMasterIdLst>
  <p:sldIdLst>
    <p:sldId id="256" r:id="rId4"/>
    <p:sldId id="484" r:id="rId5"/>
    <p:sldId id="493" r:id="rId6"/>
    <p:sldId id="494" r:id="rId7"/>
    <p:sldId id="485" r:id="rId8"/>
    <p:sldId id="486" r:id="rId9"/>
    <p:sldId id="487" r:id="rId10"/>
    <p:sldId id="488" r:id="rId11"/>
    <p:sldId id="489" r:id="rId12"/>
    <p:sldId id="492" r:id="rId13"/>
    <p:sldId id="491" r:id="rId14"/>
    <p:sldId id="4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12C49-248A-4188-A152-BF5CEC34977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4B1DA-3227-4ACD-8515-5E6EF25E9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43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68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175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267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3426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5897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794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287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9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076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96F90E-A6EA-8651-65A7-45DCBAE66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8D0D786-4AB5-7652-2CC9-4BC7E4DA7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29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FEDF-8005-48FA-BFE9-990DABDDD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3C3F0-010D-4F90-90FB-C94699B5B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AFDE-72FA-4AF2-903D-481A57CC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9A5B5-6BD8-4C15-ABB1-B0931C44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05CA9-502C-43CE-9EF6-C400E48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07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B08D-E6F3-4BC6-B80B-7AD6BD03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7BD75-197F-46F0-8B45-6C32665F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EA41C-9AD4-4F64-931A-2DC91E63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2266-7374-4099-B929-C657186E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39CE-A976-43EF-9472-B5EE23D9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9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89E1-71BF-4EE6-8219-E8903EF3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50DA8-EE27-4A17-8607-4B9921465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BB184-C942-424A-855A-815196E2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29619-D138-4338-9122-82A0842C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0CC35-F89D-460D-BD7B-C9B8CE16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9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839F-A4F1-441C-9B62-0BA06ED2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1948-4451-461D-BB16-EF40E6E94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37802-4E93-4E87-A186-5C196576E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B5BF2-7708-477B-AD0F-A50204AA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14AB8-B531-4337-80BE-A18EC66D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EAEF5-F9E9-4F0E-A40E-309D3AD1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1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FB9F-6EB0-4133-8B1C-E561FD1D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A9A4D-879C-40A2-90AB-24B493D9E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EFCAE-9292-4F02-A69C-77904C6CF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E0138-35C8-45F9-89E5-24087AEAE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C8CFC-43EB-4A80-A3E3-B72911063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60F5B-E8C3-4B6C-AA6C-A87F5674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2C2C3-6B66-408B-AC43-2951EE90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1A2DF-C896-4153-979D-9C5F98E4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5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1C0A-6707-4BD4-95FD-DD08B4CE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21BAB-95DF-4BB1-B02D-0E72DE82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818E3-CA3E-4C89-93E9-770F199D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81E06-B7C9-4042-84CD-B12C5898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3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6C232-75FA-4F30-A8BF-12B5AA8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244F-B09E-4562-B5D3-377D7C68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FB38A-E192-45CF-A538-D2FCFB13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7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F58B-99C5-4845-BB1C-CCDA08562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9057E-D299-410D-9C42-082A2F364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BF024-CD65-4EDA-B2C6-18D299B6A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212F0-59AA-48C6-B48F-0AC3DCCF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6459D-C935-4526-9763-EAC7A1CC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DDE8F-E2E1-4C93-931E-90282E01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7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E8FB-CE2B-4DFA-BC59-85FE452C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20049-777A-4365-84FC-C267BA12F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D9CE8-DAFC-47C0-A929-44681EDDE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9A32C-21CA-4AA7-9483-E0144937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59E3D-D1F1-4918-9578-5BF944F6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6F5CD-B20F-4499-BA45-044C3B56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88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2BB7-5C0E-42F5-8ED2-D52AF696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95EF7-1786-4B4C-A9D1-F3BBB8284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EE35D-4B34-4667-88BA-012DA94B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222A-06AA-43E6-BF97-9D111769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40D5-02C9-48B2-8683-83B1DA01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0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DB8B38-A61E-4EE5-B46C-6231B8B04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20505-6E7C-4C05-8827-54B4E1423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1BC41-EB0D-4DDD-A9E5-FD21C62E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78C68-80DD-4085-9A45-D89C89E6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433D8-1620-4AE4-A09A-F06E923C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69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FEDF-8005-48FA-BFE9-990DABDDD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3C3F0-010D-4F90-90FB-C94699B5B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AFDE-72FA-4AF2-903D-481A57CC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9A5B5-6BD8-4C15-ABB1-B0931C44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05CA9-502C-43CE-9EF6-C400E48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90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B08D-E6F3-4BC6-B80B-7AD6BD03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7BD75-197F-46F0-8B45-6C32665F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EA41C-9AD4-4F64-931A-2DC91E63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2266-7374-4099-B929-C657186E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39CE-A976-43EF-9472-B5EE23D9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87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89E1-71BF-4EE6-8219-E8903EF3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50DA8-EE27-4A17-8607-4B9921465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BB184-C942-424A-855A-815196E2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29619-D138-4338-9122-82A0842C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0CC35-F89D-460D-BD7B-C9B8CE16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22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839F-A4F1-441C-9B62-0BA06ED2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1948-4451-461D-BB16-EF40E6E94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37802-4E93-4E87-A186-5C196576E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B5BF2-7708-477B-AD0F-A50204AA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14AB8-B531-4337-80BE-A18EC66D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EAEF5-F9E9-4F0E-A40E-309D3AD1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69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FB9F-6EB0-4133-8B1C-E561FD1D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A9A4D-879C-40A2-90AB-24B493D9E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EFCAE-9292-4F02-A69C-77904C6CF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E0138-35C8-45F9-89E5-24087AEAE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C8CFC-43EB-4A80-A3E3-B72911063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60F5B-E8C3-4B6C-AA6C-A87F5674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2C2C3-6B66-408B-AC43-2951EE90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1A2DF-C896-4153-979D-9C5F98E4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3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1C0A-6707-4BD4-95FD-DD08B4CE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21BAB-95DF-4BB1-B02D-0E72DE82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818E3-CA3E-4C89-93E9-770F199D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81E06-B7C9-4042-84CD-B12C5898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91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6C232-75FA-4F30-A8BF-12B5AA8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244F-B09E-4562-B5D3-377D7C68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FB38A-E192-45CF-A538-D2FCFB13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488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F58B-99C5-4845-BB1C-CCDA08562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9057E-D299-410D-9C42-082A2F364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BF024-CD65-4EDA-B2C6-18D299B6A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212F0-59AA-48C6-B48F-0AC3DCCF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6459D-C935-4526-9763-EAC7A1CC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DDE8F-E2E1-4C93-931E-90282E01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00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E8FB-CE2B-4DFA-BC59-85FE452C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20049-777A-4365-84FC-C267BA12F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D9CE8-DAFC-47C0-A929-44681EDDE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9A32C-21CA-4AA7-9483-E0144937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59E3D-D1F1-4918-9578-5BF944F6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6F5CD-B20F-4499-BA45-044C3B56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388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2BB7-5C0E-42F5-8ED2-D52AF696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95EF7-1786-4B4C-A9D1-F3BBB8284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EE35D-4B34-4667-88BA-012DA94B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222A-06AA-43E6-BF97-9D111769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40D5-02C9-48B2-8683-83B1DA01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64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DB8B38-A61E-4EE5-B46C-6231B8B04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20505-6E7C-4C05-8827-54B4E1423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1BC41-EB0D-4DDD-A9E5-FD21C62E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85F3C-BA06-4E7C-A31D-922868118E4D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78C68-80DD-4085-9A45-D89C89E6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433D8-1620-4AE4-A09A-F06E923C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47F8-C374-4CC2-BBDA-12B3C986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248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B215-4252-481C-9929-6771EE937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756D2-DDD5-43AB-A3A5-69E594EDD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C1E11-5133-40E6-A483-11DA2406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278D2-E00C-4C86-A5C4-3E9F488E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9C1D9-A0E3-48F8-8795-ACD5A902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805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B15B-F3FA-4C1D-B458-8FEDA0C8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B675-2CD4-4F13-AE24-63DBEA3A1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9DAA1-8850-48E2-9FD1-B0085ADC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5941E-C26D-41FB-84DD-43EE4595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55ECB-7074-40C5-8793-D5680756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365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5A8B-E1E6-4DC4-A5DF-AC6A0344D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DB7B-E655-4765-9AED-74AB47683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7B86D-8B59-4742-84AB-D382315E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0FC49-86CA-4ADE-A924-E2C1866F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42C17-7691-4833-9FE0-1BA84D10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39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B287-F315-40D0-8ACF-C16A0641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3915-B486-43E5-A474-B53AA7F89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DD87B-8885-4E81-9C9F-BF223C28E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FE209-9709-45B4-B958-43FFCC6B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9D354-DA1A-4FA1-BF5D-FA5FD03E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96114-A8C9-4B06-B3EA-14998CF7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81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2854B-EC53-4CC7-A740-6E6E3140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C2A6F-54E6-4688-AE55-20F629F77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AE4ED-2A93-4E93-A088-D4F9B5FB4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23635-7394-4AB1-B3CC-43C8EE041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7C2F2-7176-4BC1-963D-D9BC82252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2BC93-8DB4-4E4B-B51E-DEB87292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F41873-DBC1-490A-9065-4141EF7F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10593-2E26-42A4-B698-D22DA356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8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AC851-4D08-42BF-84D8-3E1A9481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9795D-856B-45EB-9C8E-D605FD93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EF7EB-E349-4EE0-B481-63AB07C85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BE644-AEA7-414C-931F-849FDA5E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324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23DE6-A4EC-4423-B96E-DCA147B9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C08E9-2799-4B9E-BA2B-DC82061F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62347-FA4A-4092-806F-16EFD6ED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733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3010-41A4-4ED7-88EF-DA1C49D0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DDA7-F03E-4BD8-90C1-025FF2E2B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6157D-4700-47E7-8E7E-DF08634C1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74C8E-FAAA-4DD8-807E-97A33E26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3B9B2-6924-4EFE-BB18-06C7F1CB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6F5F3-5B68-4BB5-BF3B-7B0E082F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32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44B0-4973-44A2-AB1D-760B7E95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194E7-25BC-4111-A7FA-AF181559C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8CF23-F039-483B-90FE-66935251E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A3609-1F1C-4438-8A46-2BF33C1D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0AF8A-3660-45B0-BFB0-60292CAA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BCAAE-3325-4EE7-85B5-9366245C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198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3EF0C-51F0-4EE1-AB2C-28D3D61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43043-8D38-40F8-9E20-082000232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CE7F6-F48D-4705-A8B8-D448C8F7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3495C-92AE-48F4-BAB1-F6A51B1A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04E01-78D2-46C9-ADDC-B89B8DAD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264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83370-B7D2-44FA-BEB8-D110704EF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1668F-43FD-4C25-A47C-B37D1053E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83737-8D56-4533-9F88-838D989D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985B8-A7EF-470C-8000-C8D6F4AA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166BA-2FD3-44CD-AE8D-D14C8FEE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5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3BBEE-B7CD-487B-95B5-DC6689DF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1823245"/>
            <a:ext cx="10625328" cy="3822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Switch off your Mobiles Phones</a:t>
            </a:r>
            <a:br>
              <a:rPr lang="en-GB" dirty="0"/>
            </a:br>
            <a:r>
              <a:rPr lang="en-GB" dirty="0"/>
              <a:t>				or </a:t>
            </a:r>
            <a:br>
              <a:rPr lang="en-GB" dirty="0"/>
            </a:br>
            <a:r>
              <a:rPr lang="en-GB" dirty="0"/>
              <a:t>Change Profile to Silent Mode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9099A0-CDFD-41E0-90EB-DEE55B12F7D6}"/>
              </a:ext>
            </a:extLst>
          </p:cNvPr>
          <p:cNvSpPr/>
          <p:nvPr userDrawn="1"/>
        </p:nvSpPr>
        <p:spPr>
          <a:xfrm>
            <a:off x="0" y="182880"/>
            <a:ext cx="12192000" cy="1822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01661-261A-4480-9BE1-F522CE7E4151}"/>
              </a:ext>
            </a:extLst>
          </p:cNvPr>
          <p:cNvSpPr/>
          <p:nvPr userDrawn="1"/>
        </p:nvSpPr>
        <p:spPr>
          <a:xfrm>
            <a:off x="0" y="0"/>
            <a:ext cx="12192000" cy="1822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4F0C84-3B14-4843-B179-50D8186472E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248" y="500062"/>
            <a:ext cx="2206752" cy="1205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875FD3-1A99-4248-B564-3498F6B288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50" y="500062"/>
            <a:ext cx="1205899" cy="120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12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3BBEE-B7CD-487B-95B5-DC6689DF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1823245"/>
            <a:ext cx="10625328" cy="3822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Switch off your Mobiles Phones</a:t>
            </a:r>
            <a:br>
              <a:rPr lang="en-GB" dirty="0"/>
            </a:br>
            <a:r>
              <a:rPr lang="en-GB" dirty="0"/>
              <a:t>				or </a:t>
            </a:r>
            <a:br>
              <a:rPr lang="en-GB" dirty="0"/>
            </a:br>
            <a:r>
              <a:rPr lang="en-GB" dirty="0"/>
              <a:t>Change Profile to Silent Mode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9099A0-CDFD-41E0-90EB-DEE55B12F7D6}"/>
              </a:ext>
            </a:extLst>
          </p:cNvPr>
          <p:cNvSpPr/>
          <p:nvPr userDrawn="1"/>
        </p:nvSpPr>
        <p:spPr>
          <a:xfrm>
            <a:off x="0" y="182880"/>
            <a:ext cx="12192000" cy="1822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01661-261A-4480-9BE1-F522CE7E4151}"/>
              </a:ext>
            </a:extLst>
          </p:cNvPr>
          <p:cNvSpPr/>
          <p:nvPr userDrawn="1"/>
        </p:nvSpPr>
        <p:spPr>
          <a:xfrm>
            <a:off x="0" y="0"/>
            <a:ext cx="12192000" cy="1822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4F0C84-3B14-4843-B179-50D8186472E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248" y="500062"/>
            <a:ext cx="2206752" cy="1205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875FD3-1A99-4248-B564-3498F6B288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50" y="500062"/>
            <a:ext cx="1205899" cy="120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97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DF5EE-C190-4B52-B7B3-CAD4FF8E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5EF8E-7858-4BC5-A975-800701D2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52A0-688C-4533-808F-8CB35A0A2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12070-93D3-4EBE-86FB-0C3013EAD96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87527-A1DE-45DE-8AE9-A8AA9E4C0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04063-DEE6-484E-B567-E827371E1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B25B3-809D-490E-B3D6-52E5CC25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5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89C641-E1B3-43FC-B231-47411977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36889"/>
            <a:ext cx="12192000" cy="1625599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Title: Malt</a:t>
            </a:r>
            <a:br>
              <a:rPr lang="en-US" dirty="0"/>
            </a:br>
            <a:r>
              <a:rPr lang="en-US" dirty="0"/>
              <a:t>Project Code: CS6P05NP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72EE3AE-9AE2-2845-2D02-99920B32B485}"/>
              </a:ext>
            </a:extLst>
          </p:cNvPr>
          <p:cNvSpPr txBox="1">
            <a:spLocks/>
          </p:cNvSpPr>
          <p:nvPr/>
        </p:nvSpPr>
        <p:spPr>
          <a:xfrm>
            <a:off x="0" y="3773310"/>
            <a:ext cx="12192000" cy="1447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 Manish Dhamala</a:t>
            </a:r>
          </a:p>
          <a:p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 Met ID: 22069006</a:t>
            </a:r>
          </a:p>
          <a:p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5 September,2024</a:t>
            </a:r>
          </a:p>
        </p:txBody>
      </p:sp>
    </p:spTree>
    <p:extLst>
      <p:ext uri="{BB962C8B-B14F-4D97-AF65-F5344CB8AC3E}">
        <p14:creationId xmlns:p14="http://schemas.microsoft.com/office/powerpoint/2010/main" val="62790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/>
          <a:lstStyle/>
          <a:p>
            <a:r>
              <a:rPr lang="en-US" altLang="en-US" dirty="0"/>
              <a:t>Introduction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0838C-4B42-E3C4-8F97-5F155C76FC0D}"/>
              </a:ext>
            </a:extLst>
          </p:cNvPr>
          <p:cNvSpPr txBox="1"/>
          <p:nvPr/>
        </p:nvSpPr>
        <p:spPr>
          <a:xfrm>
            <a:off x="563845" y="2184814"/>
            <a:ext cx="112242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/>
              <a:t>Malt</a:t>
            </a:r>
            <a:r>
              <a:rPr lang="en-US" sz="3200" dirty="0"/>
              <a:t> is a web application designed for online food ordering.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In today’s fast-paced digital world, traditional food ordering methods are being replaced by user-friendly web apps. However, many existing solutions lack customization and simplicity. Malt aims to address these gaps by providing an easy-to-use platform that benefits both customers and restaurants, tailored specifically to meet the needs of users in Nepal.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32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   Problem Statement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56166-7A55-22D3-A00F-862CF880E1A5}"/>
              </a:ext>
            </a:extLst>
          </p:cNvPr>
          <p:cNvSpPr txBox="1"/>
          <p:nvPr/>
        </p:nvSpPr>
        <p:spPr>
          <a:xfrm>
            <a:off x="257908" y="2187381"/>
            <a:ext cx="114281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Challenges Faced in the Nepalese market: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Limited apps for online food ordering.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Reliance on unreliable phone calls/messages.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Missed revenue opportunities due to lack of online presence.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Inefficient order management caused by human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Difficulty managing online operations due to complex interfaces.</a:t>
            </a:r>
          </a:p>
          <a:p>
            <a:endParaRPr lang="en-US" sz="3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893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   Project as a Solution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56166-7A55-22D3-A00F-862CF880E1A5}"/>
              </a:ext>
            </a:extLst>
          </p:cNvPr>
          <p:cNvSpPr txBox="1"/>
          <p:nvPr/>
        </p:nvSpPr>
        <p:spPr>
          <a:xfrm>
            <a:off x="257908" y="2197037"/>
            <a:ext cx="11428124" cy="365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Malt</a:t>
            </a:r>
            <a:r>
              <a:rPr lang="en-GB" sz="3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will provide the following solutions:</a:t>
            </a:r>
            <a:endParaRPr lang="en-US" sz="30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3000" dirty="0"/>
              <a:t>Fill the market gap with a dedicated online food ordering platform.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3000" dirty="0"/>
              <a:t>Simplify the ordering process, eliminating the need for phone calls.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3000" dirty="0"/>
              <a:t>Boost restaurant revenue with a strong online presence.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3000" dirty="0"/>
              <a:t>Enhance order accuracy and efficiency with a digital platform.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3000" dirty="0"/>
              <a:t>Provide a simple, user-friendly interface for easy online management.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30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/>
          <a:lstStyle/>
          <a:p>
            <a:r>
              <a:rPr lang="en-US" altLang="en-US" dirty="0"/>
              <a:t>Aims and 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B9EA5-4DF2-A2C3-46FF-0ED9540C7B09}"/>
              </a:ext>
            </a:extLst>
          </p:cNvPr>
          <p:cNvSpPr txBox="1"/>
          <p:nvPr/>
        </p:nvSpPr>
        <p:spPr>
          <a:xfrm>
            <a:off x="152400" y="1964353"/>
            <a:ext cx="117165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Aim:</a:t>
            </a:r>
            <a:endParaRPr lang="en-US" sz="2800" dirty="0"/>
          </a:p>
          <a:p>
            <a:r>
              <a:rPr lang="en-US" sz="2800" dirty="0"/>
              <a:t>Develop a user-friendly web application, </a:t>
            </a:r>
            <a:r>
              <a:rPr lang="en-US" sz="2800" b="1" dirty="0"/>
              <a:t>Malt</a:t>
            </a:r>
            <a:r>
              <a:rPr lang="en-US" sz="2800" dirty="0"/>
              <a:t> that simplifies online food ordering for customers and offers an efficient platform for restaurants to boost their online presence and revenue.</a:t>
            </a:r>
          </a:p>
          <a:p>
            <a:r>
              <a:rPr lang="en-US" sz="2800" b="1" dirty="0"/>
              <a:t>Objectives: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Design a user-friendly interface for easy food browsing, and ordering.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Build a secure platform for managing orders, payments, and customer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Provide a simple dashboard for restaurants to manage 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Implement real-time order tracking for customers.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Allow restaurants to customize menus and prices.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2495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Expected Outcomes and Deliverables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E3A92-6DD0-160C-A520-EC4C430F3BF8}"/>
              </a:ext>
            </a:extLst>
          </p:cNvPr>
          <p:cNvSpPr txBox="1"/>
          <p:nvPr/>
        </p:nvSpPr>
        <p:spPr>
          <a:xfrm>
            <a:off x="281354" y="1964353"/>
            <a:ext cx="117816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Expected Outcomes: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Enhanced Accessibility:</a:t>
            </a:r>
            <a:r>
              <a:rPr lang="en-US" sz="2800" dirty="0"/>
              <a:t> Easy online food ordering in Nepal.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Increased Revenue:</a:t>
            </a:r>
            <a:r>
              <a:rPr lang="en-US" sz="2800" dirty="0"/>
              <a:t> Broader online reach for restaurants.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Improved Management:</a:t>
            </a:r>
            <a:r>
              <a:rPr lang="en-US" sz="2800" dirty="0"/>
              <a:t> Fewer order errors, efficient operations.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User-Friendly:</a:t>
            </a:r>
            <a:r>
              <a:rPr lang="en-US" sz="2800" dirty="0"/>
              <a:t> Simple interface for all users.</a:t>
            </a:r>
          </a:p>
          <a:p>
            <a:r>
              <a:rPr lang="en-US" sz="2800" b="1" dirty="0"/>
              <a:t>Deliverables: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Web App:</a:t>
            </a:r>
            <a:r>
              <a:rPr lang="en-US" sz="2800" dirty="0"/>
              <a:t> Fully functional </a:t>
            </a:r>
            <a:r>
              <a:rPr lang="en-US" sz="2800" b="1" dirty="0"/>
              <a:t>Malt</a:t>
            </a:r>
            <a:r>
              <a:rPr lang="en-US" sz="2800" dirty="0"/>
              <a:t> with key features.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Dashboard:</a:t>
            </a:r>
            <a:r>
              <a:rPr lang="en-US" sz="2800" dirty="0"/>
              <a:t> Easy-to-use restaurant management tool.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Documentation:</a:t>
            </a:r>
            <a:r>
              <a:rPr lang="en-US" sz="2800" dirty="0"/>
              <a:t> Detailed development report.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Source Code:</a:t>
            </a:r>
            <a:r>
              <a:rPr lang="en-US" sz="2800" dirty="0"/>
              <a:t> Complete application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32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/>
          <a:lstStyle/>
          <a:p>
            <a:r>
              <a:rPr lang="en-US" altLang="en-US" dirty="0"/>
              <a:t>Methodology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45F9E-0095-35F3-142A-A11794ADC895}"/>
              </a:ext>
            </a:extLst>
          </p:cNvPr>
          <p:cNvSpPr txBox="1"/>
          <p:nvPr/>
        </p:nvSpPr>
        <p:spPr>
          <a:xfrm>
            <a:off x="152400" y="1920240"/>
            <a:ext cx="1178169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Selected Methodology: Incremental Model</a:t>
            </a:r>
            <a:endParaRPr lang="en-US" sz="2800" dirty="0"/>
          </a:p>
          <a:p>
            <a:r>
              <a:rPr lang="en-US" sz="2800" dirty="0"/>
              <a:t>The Incremental Model divides the project into smaller, manageable parts. Each increment goes through requirement gathering, design, development, testing, and implementation, gradually adding functionality until the final product is complete.</a:t>
            </a:r>
          </a:p>
          <a:p>
            <a:endParaRPr lang="en-US" sz="2800" dirty="0"/>
          </a:p>
          <a:p>
            <a:r>
              <a:rPr lang="en-US" sz="2800" b="1" dirty="0"/>
              <a:t>Why Incremental?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for adjustments and additions in each increment.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Essential features are completed first, with new functionalities added in iterations.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8874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/>
          <a:lstStyle/>
          <a:p>
            <a:r>
              <a:rPr lang="en-US" altLang="en-US" dirty="0"/>
              <a:t>Resource Required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8EEEC8-F391-EB9A-0A2A-101F4E659EF9}"/>
              </a:ext>
            </a:extLst>
          </p:cNvPr>
          <p:cNvSpPr txBox="1"/>
          <p:nvPr/>
        </p:nvSpPr>
        <p:spPr>
          <a:xfrm>
            <a:off x="363416" y="1730587"/>
            <a:ext cx="116761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200" b="1" dirty="0"/>
              <a:t>Software:</a:t>
            </a:r>
            <a:endParaRPr lang="en-US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Frontend:</a:t>
            </a:r>
            <a:r>
              <a:rPr lang="en-US" sz="2200" dirty="0"/>
              <a:t> React for UI development.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Backend:</a:t>
            </a:r>
            <a:r>
              <a:rPr lang="en-US" sz="2200" dirty="0"/>
              <a:t> Spring Boot for business logic and APIs.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Database:</a:t>
            </a:r>
            <a:r>
              <a:rPr lang="en-US" sz="2200" dirty="0"/>
              <a:t> PostgreSQL for data management.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Documentation:</a:t>
            </a:r>
            <a:r>
              <a:rPr lang="en-US" sz="2200" dirty="0"/>
              <a:t> MS Word for project reports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Development Environments:</a:t>
            </a:r>
            <a:endParaRPr lang="en-US" sz="2200" dirty="0"/>
          </a:p>
          <a:p>
            <a:pPr marL="1143000" lvl="2" indent="-228600">
              <a:buFont typeface="+mj-lt"/>
              <a:buAutoNum type="arabicPeriod"/>
            </a:pPr>
            <a:r>
              <a:rPr lang="en-US" sz="2200" dirty="0"/>
              <a:t>IntelliJ IDEA for backend development.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200" dirty="0"/>
              <a:t>Visual Studio Code for frontend development.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Version Control:</a:t>
            </a:r>
            <a:r>
              <a:rPr lang="en-US" sz="2200" dirty="0"/>
              <a:t> Git and GitHub for version control.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Diagrams:</a:t>
            </a:r>
            <a:r>
              <a:rPr lang="en-US" sz="2200" dirty="0"/>
              <a:t> draw.io for creating diagrams.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b="1" dirty="0"/>
              <a:t>Design Tools:</a:t>
            </a:r>
            <a:r>
              <a:rPr lang="en-US" sz="2200" dirty="0"/>
              <a:t> Figma or Canva for UI/UX design.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Publications and References:</a:t>
            </a:r>
            <a:endParaRPr lang="en-US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sz="2200" dirty="0"/>
              <a:t>Access to research papers on React, Spring Boot, and database management.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dirty="0"/>
              <a:t>Sample datasets for testing the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19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>
            <a:normAutofit/>
          </a:bodyPr>
          <a:lstStyle/>
          <a:p>
            <a:r>
              <a:rPr lang="en-US" altLang="en-US" sz="6000" dirty="0"/>
              <a:t>Work Breakdown Structure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9A4DDB-4AE3-D9B4-3569-68E247BCAF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579984"/>
            <a:ext cx="6096000" cy="50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66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Milestone Listing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EF9CAF-2A30-2400-D3F9-66882B2F2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68" y="1879443"/>
            <a:ext cx="10449664" cy="47527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43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2C449-7350-9352-6B5E-788CDA169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6672" y="482386"/>
            <a:ext cx="10625328" cy="1248201"/>
          </a:xfrm>
          <a:noFill/>
        </p:spPr>
        <p:txBody>
          <a:bodyPr/>
          <a:lstStyle/>
          <a:p>
            <a:r>
              <a:rPr lang="en-US" altLang="en-US" dirty="0"/>
              <a:t>Gantt Chart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0C073-8A3B-3E2E-2FE7-D28D738C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30587"/>
            <a:ext cx="11781692" cy="4020926"/>
          </a:xfrm>
          <a:noFill/>
        </p:spPr>
        <p:txBody>
          <a:bodyPr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28C8EC-B726-4282-E6E5-C5C15DFF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28" y="1731416"/>
            <a:ext cx="10526618" cy="49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10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00756AB-3A25-BC1F-04E5-2287B9EC8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8399" y="3198395"/>
            <a:ext cx="4405150" cy="998977"/>
          </a:xfrm>
        </p:spPr>
        <p:txBody>
          <a:bodyPr/>
          <a:lstStyle/>
          <a:p>
            <a:r>
              <a:rPr lang="en-GB" altLang="en-US" sz="4000" dirty="0"/>
              <a:t>Thank You!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94F7B3C-545F-4F87-54D3-F6A037E18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799" y="1557338"/>
            <a:ext cx="11695289" cy="467995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13906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565</Words>
  <Application>Microsoft Office PowerPoint</Application>
  <PresentationFormat>Widescreen</PresentationFormat>
  <Paragraphs>68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宋体</vt:lpstr>
      <vt:lpstr>Arial</vt:lpstr>
      <vt:lpstr>Calibri</vt:lpstr>
      <vt:lpstr>Calibri Light</vt:lpstr>
      <vt:lpstr>Wingdings</vt:lpstr>
      <vt:lpstr>Office Theme</vt:lpstr>
      <vt:lpstr>1_Office Theme</vt:lpstr>
      <vt:lpstr>Custom Design</vt:lpstr>
      <vt:lpstr>Project Title: Malt Project Code: CS6P05NP</vt:lpstr>
      <vt:lpstr>Introduction</vt:lpstr>
      <vt:lpstr>   Problem Statement</vt:lpstr>
      <vt:lpstr>   Project as a Solution</vt:lpstr>
      <vt:lpstr>Aims and Objectives</vt:lpstr>
      <vt:lpstr>Expected Outcomes and Deliverables</vt:lpstr>
      <vt:lpstr>Methodology</vt:lpstr>
      <vt:lpstr>Resource Required</vt:lpstr>
      <vt:lpstr>Work Breakdown Structure</vt:lpstr>
      <vt:lpstr>Milestone Listing</vt:lpstr>
      <vt:lpstr>Gantt Chart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Pratibha Gurung</dc:creator>
  <cp:lastModifiedBy>Manish Dhamala</cp:lastModifiedBy>
  <cp:revision>33</cp:revision>
  <dcterms:created xsi:type="dcterms:W3CDTF">2019-09-18T13:35:41Z</dcterms:created>
  <dcterms:modified xsi:type="dcterms:W3CDTF">2024-09-05T05:38:04Z</dcterms:modified>
</cp:coreProperties>
</file>